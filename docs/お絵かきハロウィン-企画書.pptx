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10月だけの版であること、通年版に実績があることを最初に置く。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期間限定であることが弱点ではなく、来る理由になるという話。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実績は通年版のもの、と口頭でも必ず添える。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体験の核。3秒で動き出すことと、自分の絵を見つける瞬間。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台紙の形は、互いに見分けられることを測ってから印刷している。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締め。4点＋期間限定であることを覚えて帰ってもらう。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3716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10月の期間限定ワークショップのご提案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178308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</a:t>
            </a:r>
            <a:endParaRPr lang="en-US" sz="42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ハロウィン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658368" y="329184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子どもが塗ったおばけが、その場で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DE2F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大画面の夜空をふわふわ漂い出します。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7939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BCA8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その絵が画面の中で動いています。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通年版はすでに2会場・のべ630人のお子さまに参加いただいています。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なぜハロウィンなのか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通年の「お絵かき水族館」「お絵かきダイナソー」に、季節を乗せた10月だけの版です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10月の売場はすでにハロウィンの飾りで作られています。そこへ同じ世界観のモニターが置かれると、催事が売場から浮きません。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仮装と相性がよい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仮装して来た子が、自分の塗ったおばけと一緒に写真を撮れます。通年版には無い「今日ここに来た理由」が1つ増えます。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期間が決まっているから来る理由になる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「いつでもできる」ではなく10月だけです。告知の文言が、そのまま集客の理由になります。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夜の画面が売場で目立つ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水族館の青・恐竜の空に対し、ハロウィンは暗い夜空に満月です。明るい売場の中でモニターが際立ちます。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576072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おすすめは10月中旬〜31日、土日を含む日程です。11月に入ると季節物として弱くなるため、その場合は通年版をご提案します。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実施実績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通年版ですでに2会場・のべ630人のお子さまに参加いただいています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37360"/>
            <a:ext cx="502920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78408" y="19385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イオン久御山店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035808" y="193852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224528" y="19385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420人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25968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イオン大日店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035808" y="259689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2日間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24528" y="25968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210人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78408" y="3054096"/>
            <a:ext cx="4389120" cy="0"/>
          </a:xfrm>
          <a:prstGeom prst="line">
            <a:avLst/>
          </a:prstGeom>
          <a:noFill/>
          <a:ln w="12700">
            <a:solidFill>
              <a:srgbClr val="C9B6E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8408" y="3108960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4日間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31089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630人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8368" y="3657600"/>
            <a:ext cx="5029200" cy="1920240"/>
          </a:xfrm>
          <a:prstGeom prst="roundRect">
            <a:avLst>
              <a:gd name="adj" fmla="val 4762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78408" y="3858768"/>
            <a:ext cx="4389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この実績は通年版でのものです。ハロウィンはまだ実施していません。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8408" y="4553712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ただし仕組みは同じもので、変わるのは台紙と画面の世界だけです。4日間・630人を通した運用と、そこで見つかった不具合の修正は、そのままハロウィンにも効いています。</a:t>
            </a:r>
            <a:endParaRPr lang="en-US" sz="1250" dirty="0"/>
          </a:p>
        </p:txBody>
      </p:sp>
      <p:pic>
        <p:nvPicPr>
          <p:cNvPr id="17" name="Image 0" descr="/home/user/PaintingsAquarium/docs/images/いろいろな絵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737360"/>
            <a:ext cx="5760720" cy="3538728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760720" y="5321808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通年版で実際に会場で塗られた絵の一部（すべて実物）。ハロウィンでも同じように、塗った色のまま動きます。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にその絵が画面の中で動き始めます。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5643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lnSpc>
                <a:spcPts val="2200"/>
              </a:lnSpc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かぼちゃ・おばけ・こうもり・まじょ・フランケンシュタインの5種類です。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58368" y="4160520"/>
            <a:ext cx="6309360" cy="1737360"/>
          </a:xfrm>
          <a:prstGeom prst="roundRect">
            <a:avLst>
              <a:gd name="adj" fmla="val 5263"/>
            </a:avLst>
          </a:prstGeom>
          <a:solidFill>
            <a:srgbClr val="F5F0FB"/>
          </a:solidFill>
          <a:ln w="12700">
            <a:solidFill>
              <a:srgbClr val="DCD0EE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-ハロウィン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231136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712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塗り終わってから動き出すまで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変換前後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21122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379476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撮影した紙（左）が、約3秒後にそのまま画面の中で動きます（右）。通年版で実際に会場で塗られた1枚です。</a:t>
            </a:r>
            <a:endParaRPr lang="en-US" sz="1300" dirty="0"/>
          </a:p>
        </p:txBody>
      </p:sp>
      <p:pic>
        <p:nvPicPr>
          <p:cNvPr id="6" name="Image 1" descr="/home/user/PaintingsAquarium/docs/images/画面-ハロウィン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8368" y="4526280"/>
            <a:ext cx="6035040" cy="1280160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7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大きなモニターの中に、</a:t>
            </a:r>
            <a:pPr indent="0" marL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満月の出ている紫の夜空</a:t>
            </a:r>
            <a:pPr indent="0" marL="0">
              <a:lnSpc>
                <a:spcPts val="2600"/>
              </a:lnSpc>
              <a:buNone/>
            </a:pPr>
            <a:r>
              <a:rPr lang="en-US" sz="145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が広がっています。下には枯れ木・墓石・かぼちゃ畑があり、霧が流れています。その中を、子どもたちが塗ったおばけたちがふわふわ漂っています。</a:t>
            </a:r>
            <a:endParaRPr lang="en-US" sz="1450" dirty="0"/>
          </a:p>
        </p:txBody>
      </p:sp>
      <p:sp>
        <p:nvSpPr>
          <p:cNvPr id="8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1EC"/>
          </a:solidFill>
          <a:ln w="12700">
            <a:solidFill>
              <a:srgbClr val="F2CDBF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653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10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塗れるのは5種類です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5種とも夜空を「浮く」動きで揃えています</a:t>
            </a:r>
            <a:endParaRPr lang="en-US" sz="1400" dirty="0"/>
          </a:p>
        </p:txBody>
      </p:sp>
      <p:pic>
        <p:nvPicPr>
          <p:cNvPr id="4" name="Image 0" descr="/home/user/PaintingsAquarium/docs/images/ハロウィン台紙5種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17904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pic>
        <p:nvPicPr>
          <p:cNvPr id="5" name="Image 1" descr="/home/user/PaintingsAquarium/docs/images/ハロウィン-塗った例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688336"/>
            <a:ext cx="10874959" cy="1078992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pic>
      <p:sp>
        <p:nvSpPr>
          <p:cNvPr id="6" name="Shape 2"/>
          <p:cNvSpPr/>
          <p:nvPr/>
        </p:nvSpPr>
        <p:spPr>
          <a:xfrm>
            <a:off x="658368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859536" y="4224528"/>
            <a:ext cx="182880" cy="182880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8" name="Text 4"/>
          <p:cNvSpPr/>
          <p:nvPr/>
        </p:nvSpPr>
        <p:spPr>
          <a:xfrm>
            <a:off x="1115568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かぼちゃ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859536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夜空をゆっくり上下に漂います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71216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072384" y="4224528"/>
            <a:ext cx="182880" cy="182880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12" name="Text 8"/>
          <p:cNvSpPr/>
          <p:nvPr/>
        </p:nvSpPr>
        <p:spPr>
          <a:xfrm>
            <a:off x="3328416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おばけ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3072384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ふわふわと、いちばんゆっくり漂います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084064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285232" y="4224528"/>
            <a:ext cx="182880" cy="182880"/>
          </a:xfrm>
          <a:prstGeom prst="ellipse">
            <a:avLst/>
          </a:prstGeom>
          <a:solidFill>
            <a:srgbClr val="5B4A86"/>
          </a:solidFill>
          <a:ln/>
        </p:spPr>
      </p:sp>
      <p:sp>
        <p:nvSpPr>
          <p:cNvPr id="16" name="Text 12"/>
          <p:cNvSpPr/>
          <p:nvPr/>
        </p:nvSpPr>
        <p:spPr>
          <a:xfrm>
            <a:off x="5541264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こうもり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285232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翼を広げて、左右へすいっと進みます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296912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498080" y="4224528"/>
            <a:ext cx="182880" cy="182880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0" name="Text 16"/>
          <p:cNvSpPr/>
          <p:nvPr/>
        </p:nvSpPr>
        <p:spPr>
          <a:xfrm>
            <a:off x="7754112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まじょ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7498080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ほうきに乗って夜空を横切ります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9509760" y="3986784"/>
            <a:ext cx="2029968" cy="1481328"/>
          </a:xfrm>
          <a:prstGeom prst="roundRect">
            <a:avLst>
              <a:gd name="adj" fmla="val 6173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9710928" y="4224528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0"/>
          <p:cNvSpPr/>
          <p:nvPr/>
        </p:nvSpPr>
        <p:spPr>
          <a:xfrm>
            <a:off x="9966960" y="415137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フランケンシュタイン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9710928" y="4553712"/>
            <a:ext cx="16642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手を広げたまま、ゆったり漂います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658368" y="5596128"/>
            <a:ext cx="10874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歩く絵と浮く絵を混ぜると、見分けを1つ間違えただけで「地面を歩くはずのものが空に浮く」事故になります。ハロウィンは題材そのものが空に合うので、混ぜない設計にしました。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台紙を選ぶ（5種）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0E8FA"/>
          </a:solidFill>
          <a:ln w="12700">
            <a:solidFill>
              <a:srgbClr val="C9B6E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E4DEE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E2DAEE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白紙に「おばけを描いて」と言うと、描ける子と描けない子が分かれます。台紙なら全員が同じスタートラインに立てて、しかも必ずそのおばけに見えたまま動きます。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「あとで映ります」では、自分がやったこととの因果が切れます。その場で動き出すから、驚きと達成感になります。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怖くしない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台紙はどれも笑っている顔です。血も牙も描いていません。画面も真っ黒にせず、紫の夜空と満月にしています。小さい子が怖がると、保護者ごと離れてしまうからです。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7A3FB5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絵を直さない／50匹まで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はみ出した色も塗り残しも、そのまま動きます。増え続けると自分の絵を見失うので、古い絵は画面の外へ去ります。絵どうしも避け合います。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顔や模様を工夫する。仮装とおそろいの色に塗る子が出ます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F5F0FB"/>
          </a:solidFill>
          <a:ln w="12700">
            <a:solidFill>
              <a:srgbClr val="E4DEEC"/>
            </a:solidFill>
            <a:prstDash val="solid"/>
          </a:ln>
          <a:effectLst>
            <a:outerShdw sx="100000" sy="100000" kx="0" ky="0" algn="bl" rotWithShape="0" blurRad="127000" dist="25400" dir="5400000">
              <a:srgbClr val="2E1A4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FB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撮影する。仮装した子と、その子の絵を一緒に撮れます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30〜50人が目安です（塗り時間5分想定）。通年版の実績はイオン久御山店で2日間420人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E8653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怖い絵になりませんか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台紙は5種とも笑っている顔です。血も牙も描いていません。画面も真っ黒にせず、紫の夜空と満月にしています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59618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90288" y="59618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58368" y="66568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22677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30428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30428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99923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0358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03580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73075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76732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376732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46227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449884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大人数でも大丈夫ですか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449884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実績があります。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通年版はイオン久御山店で2日間420人にご参加いただきました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58368" y="519379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23036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230368"/>
            <a:ext cx="6903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201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5B52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5925312"/>
            <a:ext cx="10874959" cy="0"/>
          </a:xfrm>
          <a:prstGeom prst="line">
            <a:avLst/>
          </a:prstGeom>
          <a:noFill/>
          <a:ln w="12700">
            <a:solidFill>
              <a:srgbClr val="E4DEEC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413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塗り終えてから動き出すまで約3秒。「描いて終わり」にしません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965960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148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551176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同時に動くのは最新の50匹まで。増えすぎて自分の絵を見失わないようにしています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447288"/>
            <a:ext cx="5266944" cy="1298448"/>
          </a:xfrm>
          <a:prstGeom prst="roundRect">
            <a:avLst>
              <a:gd name="adj" fmla="val 7042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363016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怖くない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032504"/>
            <a:ext cx="46085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笑っている顔の台紙と、真っ黒にしない夜空。小さい子でも入れます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58368" y="4928616"/>
            <a:ext cx="10808208" cy="914400"/>
          </a:xfrm>
          <a:prstGeom prst="roundRect">
            <a:avLst>
              <a:gd name="adj" fmla="val 10000"/>
            </a:avLst>
          </a:prstGeom>
          <a:solidFill>
            <a:srgbClr val="3A2066"/>
          </a:solidFill>
          <a:ln w="12700">
            <a:solidFill>
              <a:srgbClr val="5535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7552" y="5056632"/>
            <a:ext cx="3657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4A3F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10月だけの体験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90288" y="4928616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D9C9F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会場の装飾と地続きになり、仮装した子が自分の絵と一緒に写真を撮れます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58368" y="6263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E86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お絵かきハロウィン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お絵かきハロウィン 企画書</dc:title>
  <dc:subject>PptxGenJS Presentation</dc:subject>
  <dc:creator>お絵かきハロウィン</dc:creator>
  <cp:lastModifiedBy>お絵かきハロウィン</cp:lastModifiedBy>
  <cp:revision>1</cp:revision>
  <dcterms:created xsi:type="dcterms:W3CDTF">2026-10-09T03:36:25Z</dcterms:created>
  <dcterms:modified xsi:type="dcterms:W3CDTF">2026-10-09T03:36:25Z</dcterms:modified>
</cp:coreProperties>
</file>