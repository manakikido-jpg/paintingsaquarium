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ハロウィン-開発中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大画面の夜空をふわふわ漂い出します。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ハロウィン-開発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ハロウィン-開発中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が広がっています。下には枯れ木・墓石・かぼちゃ畑があり、霧が流れています。その中を、子どもたちが塗ったおばけたちがふわふわ漂っています。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5種とも夜空を「浮く」動きで揃えています</a:t>
            </a:r>
            <a:endParaRPr lang="en-US" sz="1400" dirty="0"/>
          </a:p>
        </p:txBody>
      </p:sp>
      <p:pic>
        <p:nvPicPr>
          <p:cNvPr id="4" name="Image 0" descr="/home/user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6192"/>
            <a:ext cx="10874959" cy="215798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58368" y="3931920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9536" y="4169664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7" name="Text 4"/>
          <p:cNvSpPr/>
          <p:nvPr/>
        </p:nvSpPr>
        <p:spPr>
          <a:xfrm>
            <a:off x="1115568" y="40965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59536" y="4498848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夜空をゆっくり上下に漂います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871216" y="3931920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072384" y="4169664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11" name="Text 8"/>
          <p:cNvSpPr/>
          <p:nvPr/>
        </p:nvSpPr>
        <p:spPr>
          <a:xfrm>
            <a:off x="3328416" y="40965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072384" y="4498848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ふわふわと、いちばんゆっくり漂います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84064" y="3931920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285232" y="4169664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5" name="Text 12"/>
          <p:cNvSpPr/>
          <p:nvPr/>
        </p:nvSpPr>
        <p:spPr>
          <a:xfrm>
            <a:off x="5541264" y="40965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285232" y="4498848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翼を広げて、左右へすいっと進みます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296912" y="3931920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498080" y="4169664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19" name="Text 16"/>
          <p:cNvSpPr/>
          <p:nvPr/>
        </p:nvSpPr>
        <p:spPr>
          <a:xfrm>
            <a:off x="7754112" y="40965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7498080" y="4498848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ほうきに乗って夜空を横切ります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509760" y="3931920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710928" y="4169664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3" name="Text 20"/>
          <p:cNvSpPr/>
          <p:nvPr/>
        </p:nvSpPr>
        <p:spPr>
          <a:xfrm>
            <a:off x="9966960" y="409651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9710928" y="4498848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手を広げたまま、ゆったり漂います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歩く絵と浮く絵を混ぜると、見分けを1つ間違えただけで「地面を歩くはずのものが空に浮く」事故になります。ハロウィンは題材そのものが空に合うので、混ぜない設計にしました。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2026-10-02T08:34:12Z</dcterms:created>
  <dcterms:modified xsi:type="dcterms:W3CDTF">2026-10-02T08:34:12Z</dcterms:modified>
</cp:coreProperties>
</file>