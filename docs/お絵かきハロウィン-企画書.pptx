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10月だけの版であること、通年版に実績があることを最初に置く。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期間限定であることが弱点ではなく、来る理由になるという話。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実績は通年版のもの、と口頭でも必ず添える。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会場が負担するのは場所だけ、という点を最初に伝える。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体験の核。3秒で動き出すことと、自分の絵を見つける瞬間。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台紙の形は、互いに見分けられることを測ってから印刷している。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が体験の山。ここまで3秒で来ることが他にない点。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見た目の話ではなく、体験を成立させるための決めごと。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回転と待ち時間の見込み。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締め。4点＋期間限定であることを覚えて帰ってもらう。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intingsAquarium/docs/images/画面-ハロウィン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0"/>
            <a:ext cx="633953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37160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10月の期間限定ワークショップのご提案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58368" y="17830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ハロウィン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58368" y="3291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子どもが塗ったおばけが、その場で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大画面の夜空をふわふわ漂い出します。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58368" y="427939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塗り終わった紙をスキャナに通すだけ。約3秒後には、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その絵が画面の中で動いています。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58368" y="5074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通年版はすでに2会場・のべ630人のお子さまに参加いただいています。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なぜハロウィンなのか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通年の「お絵かき水族館」「お絵かきダイナソー」に、季節を乗せた10月だけの版です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6" name="Text 4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10月の売場はすでにハロウィンの飾りで作られています。そこへ同じ世界観のモニターが置かれると、催事が売場から浮きません。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仮装と相性がよい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仮装して来た子が、自分の塗ったおばけと一緒に写真を撮れます。通年版には無い「今日ここに来た理由」が1つ増えます。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期間が決まっているから来る理由になる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「いつでもできる」ではなく10月だけです。告知の文言が、そのまま集客の理由になります。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夜の画面が売場で目立つ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水族館の青・恐竜の空に対し、ハロウィンは暗い夜空に満月です。明るい売場の中でモニターが際立ちます。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576072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おすすめは10月中旬〜31日、土日を含む日程です。11月に入ると季節物として弱くなるため、その場合は通年版をご提案します。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実施実績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通年版ですでに2会場・のべ630人のお子さまに参加いただいています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737360"/>
            <a:ext cx="502920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78408" y="19385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イオン久御山店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35808" y="193852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24528" y="19385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420人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78408" y="25968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イオン大日店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35808" y="25968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24528" y="25968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210人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78408" y="3054096"/>
            <a:ext cx="4389120" cy="0"/>
          </a:xfrm>
          <a:prstGeom prst="line">
            <a:avLst/>
          </a:prstGeom>
          <a:noFill/>
          <a:ln w="12700">
            <a:solidFill>
              <a:srgbClr val="C9B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31089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4日間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24528" y="31089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630人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8368" y="3657600"/>
            <a:ext cx="5029200" cy="1920240"/>
          </a:xfrm>
          <a:prstGeom prst="roundRect">
            <a:avLst>
              <a:gd name="adj" fmla="val 4762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78408" y="385876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この実績は通年版でのものです。ハロウィンはまだ実施していません。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8408" y="4553712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ただし仕組みは同じもので、変わるのは台紙と画面の世界だけです。4日間・630人を通した運用と、そこで見つかった不具合の修正は、そのままハロウィンにも効いています。</a:t>
            </a:r>
            <a:endParaRPr lang="en-US" sz="1250" dirty="0"/>
          </a:p>
        </p:txBody>
      </p:sp>
      <p:pic>
        <p:nvPicPr>
          <p:cNvPr id="17" name="Image 0" descr="/home/user/PaintingsAquarium/docs/images/いろいろな絵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737360"/>
            <a:ext cx="5760720" cy="3538728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5760720" y="532180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通年版で実際に会場で塗られた絵の一部（すべて実物）。ハロウィンでも同じように、塗った色のまま動きます。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1枚でいうと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塗り終わった紙をスキャナに通すだけで、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約3秒後</a:t>
            </a:r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にその絵が画面の中で動き始めます。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自分の絵を探して、指をさして、親を呼ぶ。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2788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この瞬間を作るための企画です。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58368" y="345643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塗り絵なので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絵が苦手な子でも参加できます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。塗った紙は持ち帰れます。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かぼちゃ・おばけ・こうもり・まじょ・フランケンシュタインの5種類です。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4160520"/>
            <a:ext cx="630936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78408" y="4224528"/>
            <a:ext cx="5715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会場にお借りするのは「場所」だけです。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机・椅子・モニター・機材・画材まで、すべてこちらで持ち込みます。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7840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インターネット不要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1304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1" name="Text 9"/>
          <p:cNvSpPr/>
          <p:nvPr/>
        </p:nvSpPr>
        <p:spPr>
          <a:xfrm>
            <a:off x="406908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音は出ません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7840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個人情報なし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1304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5" name="Text 13"/>
          <p:cNvSpPr/>
          <p:nvPr/>
        </p:nvSpPr>
        <p:spPr>
          <a:xfrm>
            <a:off x="406908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300" dirty="0"/>
          </a:p>
        </p:txBody>
      </p:sp>
      <p:pic>
        <p:nvPicPr>
          <p:cNvPr id="16" name="Image 0" descr="/home/user/PaintingsAquarium/docs/images/画面-ハロウィン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417320"/>
            <a:ext cx="4160520" cy="2231136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7" name="Text 14"/>
          <p:cNvSpPr/>
          <p:nvPr/>
        </p:nvSpPr>
        <p:spPr>
          <a:xfrm>
            <a:off x="7360920" y="371246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実際の画面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2793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778240" y="42793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塗り終わってから動き出すまで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60920" y="4846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50匹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77824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同時に動く数の上限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60920" y="54132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5種類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8778240" y="54132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選べる台紙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来場者の体験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会場で実際に起きること</a:t>
            </a:r>
            <a:endParaRPr lang="en-US" sz="1400" dirty="0"/>
          </a:p>
        </p:txBody>
      </p:sp>
      <p:pic>
        <p:nvPicPr>
          <p:cNvPr id="4" name="Image 0" descr="/home/user/PaintingsAquarium/docs/images/変換前後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6035040" cy="2112264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658368" y="37947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撮影した紙（左）が、約3秒後にそのまま画面の中で動きます（右）。通年版で実際に会場で塗られた1枚です。</a:t>
            </a:r>
            <a:endParaRPr lang="en-US" sz="1300" dirty="0"/>
          </a:p>
        </p:txBody>
      </p:sp>
      <p:pic>
        <p:nvPicPr>
          <p:cNvPr id="6" name="Image 1" descr="/home/user/PaintingsAquarium/docs/images/画面-ハロウィン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4526280"/>
            <a:ext cx="6035040" cy="1280160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223760" y="1572768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大きなモニターの中に、</a:t>
            </a:r>
            <a:pPr indent="0" marL="0">
              <a:lnSpc>
                <a:spcPts val="2600"/>
              </a:lnSpc>
              <a:buNone/>
            </a:pPr>
            <a:r>
              <a:rPr lang="en-US" sz="145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満月の出ている紫の夜空</a:t>
            </a:r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が広がっています。下には枯れ木・墓石・かぼちゃ畑があり、霧が流れています。その中を、子どもたちが塗ったおばけたちがふわふわ漂っています。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7223760" y="3310128"/>
            <a:ext cx="4315968" cy="1600200"/>
          </a:xfrm>
          <a:prstGeom prst="roundRect">
            <a:avLst>
              <a:gd name="adj" fmla="val 5714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498080" y="35661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「あっ、わたしの！」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7498080" y="4096512"/>
            <a:ext cx="3767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子どもは画面に駆け寄って自分の絵を指さし、親を呼びます。親はスマホを構えます。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223760" y="5120640"/>
            <a:ext cx="4315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この10秒のために全部を作っています。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塗れるのは5種類です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5種とも夜空を「浮く」動きで揃えています</a:t>
            </a:r>
            <a:endParaRPr lang="en-US" sz="1400" dirty="0"/>
          </a:p>
        </p:txBody>
      </p:sp>
      <p:pic>
        <p:nvPicPr>
          <p:cNvPr id="4" name="Image 0" descr="/home/user/PaintingsAquarium/docs/images/ハロウィン台紙5種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pic>
        <p:nvPicPr>
          <p:cNvPr id="5" name="Image 1" descr="/home/user/PaintingsAquarium/docs/images/ハロウィン-塗った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688336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658368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859536" y="4224528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8" name="Text 4"/>
          <p:cNvSpPr/>
          <p:nvPr/>
        </p:nvSpPr>
        <p:spPr>
          <a:xfrm>
            <a:off x="1115568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59536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夜空をゆっくり上下に漂います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71216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072384" y="4224528"/>
            <a:ext cx="182880" cy="182880"/>
          </a:xfrm>
          <a:prstGeom prst="ellipse">
            <a:avLst/>
          </a:prstGeom>
          <a:solidFill>
            <a:srgbClr val="9B7BD1"/>
          </a:solidFill>
          <a:ln/>
        </p:spPr>
      </p:sp>
      <p:sp>
        <p:nvSpPr>
          <p:cNvPr id="12" name="Text 8"/>
          <p:cNvSpPr/>
          <p:nvPr/>
        </p:nvSpPr>
        <p:spPr>
          <a:xfrm>
            <a:off x="3328416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おばけ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072384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ふわふわと、いちばんゆっくり漂います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084064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85232" y="4224528"/>
            <a:ext cx="182880" cy="182880"/>
          </a:xfrm>
          <a:prstGeom prst="ellipse">
            <a:avLst/>
          </a:prstGeom>
          <a:solidFill>
            <a:srgbClr val="5B4A86"/>
          </a:solidFill>
          <a:ln/>
        </p:spPr>
      </p:sp>
      <p:sp>
        <p:nvSpPr>
          <p:cNvPr id="16" name="Text 12"/>
          <p:cNvSpPr/>
          <p:nvPr/>
        </p:nvSpPr>
        <p:spPr>
          <a:xfrm>
            <a:off x="5541264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こうもり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285232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翼を広げて、左右へすいっと進みます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296912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498080" y="4224528"/>
            <a:ext cx="182880" cy="182880"/>
          </a:xfrm>
          <a:prstGeom prst="ellipse">
            <a:avLst/>
          </a:prstGeom>
          <a:solidFill>
            <a:srgbClr val="2E9E7B"/>
          </a:solidFill>
          <a:ln/>
        </p:spPr>
      </p:sp>
      <p:sp>
        <p:nvSpPr>
          <p:cNvPr id="20" name="Text 16"/>
          <p:cNvSpPr/>
          <p:nvPr/>
        </p:nvSpPr>
        <p:spPr>
          <a:xfrm>
            <a:off x="7754112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まじょ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7498080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ほうきに乗って夜空を横切ります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9509760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710928" y="4224528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24" name="Text 20"/>
          <p:cNvSpPr/>
          <p:nvPr/>
        </p:nvSpPr>
        <p:spPr>
          <a:xfrm>
            <a:off x="9966960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フランケンシュタイン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9710928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手を広げたまま、ゆったり漂います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658368" y="5596128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歩く絵と浮く絵を混ぜると、見分けを1つ間違えただけで「地面を歩くはずのものが空に浮く」事故になります。ハロウィンは題材そのものが空に合うので、混ぜない設計にしました。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 5〜10分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19656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19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27048" y="1627632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台紙を選ぶ（5種）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13248" y="1627632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01968" y="1627632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「選ぶ」という行為で、自分のものになる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" y="2560320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752344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52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27048" y="2560320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好きな色で塗る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13248" y="256032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3〜7分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01968" y="2560320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塗るだけなので失敗しない。絵が苦手でも参加できる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" y="3493008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685032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685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27048" y="3493008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スタッフに渡す → スキャン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13248" y="3493008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01968" y="3493008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待たせない。機械の操作は見せない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8368" y="4425696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0E8FA"/>
          </a:solidFill>
          <a:ln w="12700">
            <a:solidFill>
              <a:srgbClr val="C9B6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617720"/>
            <a:ext cx="402336" cy="402336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27048" y="4425696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画面に自分の絵が現れる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13248" y="4425696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1〜3分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01968" y="4425696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「自分がやったことが、大きな画面を変えた」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58368" y="5358384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0" y="5550408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5550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27048" y="5358384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塗った紙を持ち帰る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5358384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01968" y="5358384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家でもう一度話題になる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なぜこの形にしているか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塗り絵にした理由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白紙に「おばけを描いて」と言うと、描ける子と描けない子が分かれます。台紙なら全員が同じスタートラインに立てて、しかも必ずそのおばけに見えたまま動きます。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3秒にこだわる理由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「あとで映ります」では、自分がやったこととの因果が切れます。その場で動き出すから、驚きと達成感になります。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怖くしない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台紙はどれも笑っている顔です。血も牙も描いていません。画面も真っ黒にせず、紫の夜空と満月にしています。小さい子が怖がると、保護者ごと離れてしまうからです。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絵を直さない／50匹まで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はみ出した色も塗り残しも、そのまま動きます。増え続けると自分の絵を見失うので、古い絵は画面の外へ去ります。絵どうしも避け合います。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年齢による楽しみ方と、混雑したとき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9264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未就学児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9264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塗ること自体が楽しい。画面では色で自分の絵を探します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352544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63440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663440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顔や模様を工夫する。仮装とおそろいの色に塗る子が出ます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46720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57616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保護者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357616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撮影する。仮装した子と、その子の絵を一緒に撮れます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" y="361188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混雑したとき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94944" y="4334256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042416" y="42062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塗る席は6席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767328" y="4206240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1時間あたり 30〜50人が目安です（塗り時間5分想定）。通年版の実績はイオン久御山店で2日間420人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4944" y="5047488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7" name="Text 15"/>
          <p:cNvSpPr/>
          <p:nvPr/>
        </p:nvSpPr>
        <p:spPr>
          <a:xfrm>
            <a:off x="1042416" y="49194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列はできません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767328" y="49194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待ち行列はスキャンの20秒だけ。塗っている人が滞留するだけで、機械の前には並びません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4944" y="5760720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20" name="Text 18"/>
          <p:cNvSpPr/>
          <p:nvPr/>
        </p:nvSpPr>
        <p:spPr>
          <a:xfrm>
            <a:off x="1042416" y="563270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持ち帰りもできます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767328" y="5632704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台紙を持ち帰り、あとから塗って戻ってきてもらうこともできます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ネットワークを使いますか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会場のWi-Fiも有線も不要です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音は出ますか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静かな展示です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個人情報を集めますか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集めません。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名前も写真も年齢もいただきません。残すのは絵の画像だけです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絵は誰かに公開されますか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その場のモニターに映るだけで、外部には一切送りません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怖い絵になりませんか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台紙は5種とも笑っている顔です。血も牙も描いていません。画面も真っ黒にせず、紫の夜空と満月にしています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机や椅子はお借りできますか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59618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モニターの用意は必要ですか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90288" y="59618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8368" y="66568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ご心配への回答（つづき）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汚れませんか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汚れにくいです。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クレヨンと色鉛筆だけで、絵の具や液体は使いません。机はこちらの持ち込みで、養生シートを敷きます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子どもが機械を触りませんか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機材は机の奥に置き、来場者は触りません。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操作するのはスタッフだけです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コード類は危なくないですか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固定します。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床を通る線は養生テープで留めます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途中で止まりませんか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万一PCが止まっても、再起動すればそれまでの絵は全部残ります。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塗った紙も手元に残るので、通し直せます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大人数でも大丈夫ですか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実績があります。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通年版はイオン久御山店で2日間420人にご参加いただきました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持ち込んだものを全部引き上げ、ゴミも持ち帰ります。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51560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この企画のねらい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7552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87552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塗り終えてから動き出すまで約3秒。「描いて終わり」にしません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28816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見つけられる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28816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同時に動くのは最新の50匹まで。増えすぎて自分の絵を見失わないようにしています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持ち帰れる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87552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紙は本人のものです。画面の中と手元の両方に残ります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99632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28816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怖くない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28816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笑っている顔の台紙と、真っ黒にしない夜空。小さい子でも入れます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4928616"/>
            <a:ext cx="10808208" cy="914400"/>
          </a:xfrm>
          <a:prstGeom prst="roundRect">
            <a:avLst>
              <a:gd name="adj" fmla="val 10000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505663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10月だけの体験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0288" y="4928616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会場の装飾と地続きになり、仮装した子が自分の絵と一緒に写真を撮れます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" y="6263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86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お絵かきハロウィン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お絵かきハロウィン 企画書</dc:title>
  <dc:subject>PptxGenJS Presentation</dc:subject>
  <dc:creator>お絵かきハロウィン</dc:creator>
  <cp:lastModifiedBy>お絵かきハロウィン</cp:lastModifiedBy>
  <cp:revision>1</cp:revision>
  <dcterms:created xsi:type="dcterms:W3CDTF">2026-10-08T16:17:21Z</dcterms:created>
  <dcterms:modified xsi:type="dcterms:W3CDTF">2026-10-08T16:17:21Z</dcterms:modified>
</cp:coreProperties>
</file>