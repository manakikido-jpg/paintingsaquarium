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子どもが塗ったおばけが夜空を飛び、塗った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フランケンが月あかりの丘を歩き出します。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workspace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workspace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workspace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workspace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月を背にお城が建ち、ふもとには灯りのともった村と丘があります。その夜空を子どもたちが塗ったおばけ・こうもり・まじょが飛び、手前の丘ではフランケンが歩き、かぼちゃが転がり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5種とも動きが違います。遠くからでも自分の絵が分かります</a:t>
            </a:r>
            <a:endParaRPr lang="en-US" sz="1400" dirty="0"/>
          </a:p>
        </p:txBody>
      </p:sp>
      <p:pic>
        <p:nvPicPr>
          <p:cNvPr id="4" name="Image 0" descr="/workspace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workspace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月あかりの丘を横向きに歩きます。脚と腕を控えめに交互に振ります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丘をころころ転がります。5種でいちばんゆっくり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夜空を細かくジグザグに、いちばん速く飛び回ります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ほうきで大きな弧を描き、顔の向いているほうへ横切ります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大きさを控えめに、夜空をゆっくり漂います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のは、見分けを1つ間違えると「おばけが地面を歩く」になる危ないやり方です。それでも混ぜているのは、全部が同じように漂っていると5種類の違いが伝わらないからです。どちらの向きにも間違わないことは、自動の検査で毎回確かめ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2026-10-22T09:00:28Z</dcterms:created>
  <dcterms:modified xsi:type="dcterms:W3CDTF">2026-10-22T09:00:28Z</dcterms:modified>
</cp:coreProperties>
</file>