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塗り絵を大画面で泳がせ・歩かせる出張ワークショップの提案。すでに2会場で実施済み。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実績を最初に見せる。数字とギャラリーで「もう動いている」ことを伝える。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体験の核。3秒で泳ぎ出すことと、自分の絵を見つける瞬間。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動きで見分けられることが、自分の絵を見つけやすさに効いている。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恐竜テーマ。水族館と2つの世界を選べることを伝える。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締め。5点だけ覚えて帰ってもらう。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水族館-実物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出張ワークショップのご提案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お絵かき水族館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お絵かきダイナソー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4F1F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子どもが塗った絵が、その場で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4F1F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大画面の中を泳ぎ・歩き出します。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9C9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9C9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すでに2会場・のべ630人のお子さまに参加いただいています。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58368" y="6080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8FB4C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右は実際の画面です。泳いでいるのは、すべて会場で塗られた実物の絵です。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すでに2会場で、のべ630人のお子さまに参加いただいています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EFF6FA"/>
          </a:solidFill>
          <a:ln w="12700">
            <a:solidFill>
              <a:srgbClr val="CF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B6D9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8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94944" y="3794760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70332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来場層はファミリーが中心。未就学児〜小学生とその保護者に受け入れられています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" y="4453128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361688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体験の終わりにアンケートへ案内する導線もスムーズでした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4944" y="5111496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5020056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運用中に見つかった不具合は、実際に集まった紙・写真データを使って検証し、その都度直しています</a:t>
            </a:r>
            <a:endParaRPr lang="en-US" sz="1200" dirty="0"/>
          </a:p>
        </p:txBody>
      </p:sp>
      <p:pic>
        <p:nvPicPr>
          <p:cNvPr id="20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pic>
      <p:sp>
        <p:nvSpPr>
          <p:cNvPr id="21" name="Text 18"/>
          <p:cNvSpPr/>
          <p:nvPr/>
        </p:nvSpPr>
        <p:spPr>
          <a:xfrm>
            <a:off x="5760720" y="532180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実際に会場で塗られた絵の一部（水族館5種・恐竜5種、すべて実物）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8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「水族館」「恐竜」の2つの世界から選べます。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EFF6FA"/>
          </a:solidFill>
          <a:ln w="12700">
            <a:solidFill>
              <a:srgbClr val="CF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水族館-実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3408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82219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選べる台紙（2テーマ）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水族館-実物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子どもは机で台紙を塗り、塗り終わったらスタッフに渡します。スタッフが紙をスキャナに通すと、</a:t>
            </a:r>
            <a:pPr indent="0" marL="0">
              <a:lnSpc>
                <a:spcPts val="2700"/>
              </a:lnSpc>
              <a:buNone/>
            </a:pPr>
            <a:r>
              <a:rPr lang="en-US" sz="15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、いま塗ったばかりの絵が画面の奥からふわっと現れて、動き始めます。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3E5"/>
          </a:solidFill>
          <a:ln w="12700">
            <a:solidFill>
              <a:srgbClr val="F0DCC0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08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DCE8E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テーマ・台紙を選ぶ（水族館6種／恐竜5種）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DCE8E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DCE8E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E8F3F9"/>
          </a:solidFill>
          <a:ln w="12700">
            <a:solidFill>
              <a:srgbClr val="B6D9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DCE8EF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白紙に「描いて」と言うと、描ける子と描けない子が分かれます。台紙なら全員が同じスタートラインに立てて、しかも必ずその生き物に見えたまま動きます。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はみ出した色も塗り残しも、そのまま動きます。きれいに直すと「自分の絵」ではなくなります。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増え続けると自分の絵を見失います。古い絵は消えるのではなく、画面の外へ去ります。絵どうしも避け合います。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お絵かき水族館：6種類、泳ぎ方が違います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同じ海に6種類がいて、動きで見分けられます。自分が塗ったのがどれか、すぐ分かります。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112264"/>
            <a:ext cx="237744" cy="237744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2039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9264" y="2532888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尾びれを振りながら進み、画面の端で向きを変えて戻ってきます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2544" y="1783080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12264"/>
            <a:ext cx="237744" cy="237744"/>
          </a:xfrm>
          <a:prstGeom prst="ellipse">
            <a:avLst/>
          </a:prstGeom>
          <a:solidFill>
            <a:srgbClr val="3AA9E0"/>
          </a:solidFill>
          <a:ln/>
        </p:spPr>
      </p:sp>
      <p:sp>
        <p:nvSpPr>
          <p:cNvPr id="10" name="Text 8"/>
          <p:cNvSpPr/>
          <p:nvPr/>
        </p:nvSpPr>
        <p:spPr>
          <a:xfrm>
            <a:off x="5010912" y="2039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イルカ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2532888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すいすい泳ぎ、ときどき水面へ大きく跳ねます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57616" y="2112264"/>
            <a:ext cx="237744" cy="237744"/>
          </a:xfrm>
          <a:prstGeom prst="ellipse">
            <a:avLst/>
          </a:prstGeom>
          <a:solidFill>
            <a:srgbClr val="5F7480"/>
          </a:solidFill>
          <a:ln/>
        </p:spPr>
      </p:sp>
      <p:sp>
        <p:nvSpPr>
          <p:cNvPr id="14" name="Text 12"/>
          <p:cNvSpPr/>
          <p:nvPr/>
        </p:nvSpPr>
        <p:spPr>
          <a:xfrm>
            <a:off x="8705088" y="2039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57616" y="2532888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魚を見つけると急に速くなって追いかけます（追いつきません）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666744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9264" y="3995928"/>
            <a:ext cx="237744" cy="237744"/>
          </a:xfrm>
          <a:prstGeom prst="ellipse">
            <a:avLst/>
          </a:prstGeom>
          <a:solidFill>
            <a:srgbClr val="F2A03D"/>
          </a:solidFill>
          <a:ln/>
        </p:spPr>
      </p:sp>
      <p:sp>
        <p:nvSpPr>
          <p:cNvPr id="18" name="Text 16"/>
          <p:cNvSpPr/>
          <p:nvPr/>
        </p:nvSpPr>
        <p:spPr>
          <a:xfrm>
            <a:off x="1316736" y="39227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9264" y="441655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足を波打たせながら、ゆっくり上下に漂います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52544" y="3666744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3995928"/>
            <a:ext cx="237744" cy="237744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22" name="Text 20"/>
          <p:cNvSpPr/>
          <p:nvPr/>
        </p:nvSpPr>
        <p:spPr>
          <a:xfrm>
            <a:off x="5010912" y="39227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クラゲ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663440" y="441655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ほとんど進まず、その場でふわふわしています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46720" y="3666744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57616" y="3995928"/>
            <a:ext cx="237744" cy="237744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6" name="Text 24"/>
          <p:cNvSpPr/>
          <p:nvPr/>
        </p:nvSpPr>
        <p:spPr>
          <a:xfrm>
            <a:off x="8705088" y="39227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ウミガメ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57616" y="441655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前足と後ろ足を漕ぎながら、S字を描いて進みます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8368" y="566928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サメが魚に追いつかないのは意図的です。「食べられた」に見えると、その絵を描いた子が悲しむからです。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お絵かきダイナソー：歩く4種と、飛ぶ1種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恐竜も同じ仕組みで動きます。台紙を選べば、水族館と同じ日に両方実施できます。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112264"/>
            <a:ext cx="237744" cy="23774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20391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アンキロサウルス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9264" y="2532888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4本の足を交互に動かしながら平原を歩きます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2544" y="1783080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12264"/>
            <a:ext cx="237744" cy="23774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0" name="Text 8"/>
          <p:cNvSpPr/>
          <p:nvPr/>
        </p:nvSpPr>
        <p:spPr>
          <a:xfrm>
            <a:off x="5010912" y="20391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ブロントサウルス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3440" y="2532888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同上（長い首と尾をゆったり揺らしながら）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57616" y="2112264"/>
            <a:ext cx="237744" cy="237744"/>
          </a:xfrm>
          <a:prstGeom prst="ellipse">
            <a:avLst/>
          </a:prstGeom>
          <a:solidFill>
            <a:srgbClr val="C9782B"/>
          </a:solidFill>
          <a:ln/>
        </p:spPr>
      </p:sp>
      <p:sp>
        <p:nvSpPr>
          <p:cNvPr id="14" name="Text 12"/>
          <p:cNvSpPr/>
          <p:nvPr/>
        </p:nvSpPr>
        <p:spPr>
          <a:xfrm>
            <a:off x="8705088" y="203911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ステゴサウルス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7616" y="2532888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同上（背中の板を上下に揺らしながら）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666744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9264" y="3995928"/>
            <a:ext cx="237744" cy="237744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6"/>
          <p:cNvSpPr/>
          <p:nvPr/>
        </p:nvSpPr>
        <p:spPr>
          <a:xfrm>
            <a:off x="1316736" y="39227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トリケラトプス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9264" y="441655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同上（3本づのを前に構えて）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52544" y="3666744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3995928"/>
            <a:ext cx="237744" cy="237744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22" name="Text 20"/>
          <p:cNvSpPr/>
          <p:nvPr/>
        </p:nvSpPr>
        <p:spPr>
          <a:xfrm>
            <a:off x="5010912" y="39227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プテラノドン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63440" y="441655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唯一空を飛びます。翼を開いてたたみながら羽ばたきます</a:t>
            </a:r>
            <a:endParaRPr lang="en-US" sz="1250" dirty="0"/>
          </a:p>
        </p:txBody>
      </p:sp>
      <p:pic>
        <p:nvPicPr>
          <p:cNvPr id="24" name="Image 0" descr="/home/user/PaintingsAquarium/docs/images/画面-恐竜-実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3666744"/>
            <a:ext cx="3419856" cy="183794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色の塗り分けや模様で工夫する。動きの違いに気づいて見比べます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撮影する。子どもが自分の絵を見つける瞬間を記録できます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4F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30〜50人が目安です（塗り時間5分想定）。実績はイオン久御山店で2日間420人（1日あたり210人）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4F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4F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32304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432304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3236976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291840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291840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4096512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4151376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4151376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4956048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501091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5010912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" y="5815584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87044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870448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8368" y="6675120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32304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432304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3236976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291840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291840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4096512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4151376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4151376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4956048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501091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5010912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イオン久御山店では2日間で420人にご参加いただきました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" y="5815584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87044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870448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8368" y="6675120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0E3C56"/>
          </a:solidFill>
          <a:ln w="12700">
            <a:solidFill>
              <a:srgbClr val="1B587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3DC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0E3C56"/>
          </a:solidFill>
          <a:ln w="12700">
            <a:solidFill>
              <a:srgbClr val="1B58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3DC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0E3C56"/>
          </a:solidFill>
          <a:ln w="12700">
            <a:solidFill>
              <a:srgbClr val="1B58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3DC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0E3C56"/>
          </a:solidFill>
          <a:ln w="12700">
            <a:solidFill>
              <a:srgbClr val="1B58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繰り返せる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3DC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1人が2枚描いても仕組みは変わりません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0E3C56"/>
          </a:solidFill>
          <a:ln w="12700">
            <a:solidFill>
              <a:srgbClr val="1B58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次の導線につながる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3DC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体験の余韻がある状態でアンケート等へ案内できます（実績あり）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A9B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お絵かき水族館・お絵かきダイナソー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お絵かき水族館・お絵かきダイナソー 企画書</dc:title>
  <dc:subject>PptxGenJS Presentation</dc:subject>
  <dc:creator>お絵かき水族館・お絵かきダイナソー</dc:creator>
  <cp:lastModifiedBy>お絵かき水族館・お絵かきダイナソー</cp:lastModifiedBy>
  <cp:revision>1</cp:revision>
  <dcterms:created xsi:type="dcterms:W3CDTF">2026-09-09T11:56:13Z</dcterms:created>
  <dcterms:modified xsi:type="dcterms:W3CDTF">2026-09-09T11:56:13Z</dcterms:modified>
</cp:coreProperties>
</file>