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塗り絵を大画面の水槽で泳がせる出張ワークショップの提案。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会場が負担するのは場所だけ、という点を最初に伝える。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体験の核。3秒で泳ぎ出すことと、自分の絵を見つける瞬間。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が体験の山。ここまで3秒で来ることが他にない点。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見た目の話ではなく、体験を成立させるための決めごと。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動きで見分けられることが、自分の絵を見つけやすさに効いている。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回転と待ち時間の見込み。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会場側が判断に使う項目。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締め。4点だけ覚えて帰ってもらう。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PaintingsAquarium/docs/images/画面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58368" y="160020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出張ワークショップのご提案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58368" y="2057400"/>
            <a:ext cx="6035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お絵かき水族館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658368" y="32004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4F1F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子どもが塗った魚が、その場で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E4F1F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大画面の海を泳ぎ出します。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658368" y="420624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9C9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塗り終わった紙をスキャナに通すだけ。約3秒後には、</a:t>
            </a:r>
            <a:endParaRPr lang="en-US" sz="14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400" dirty="0">
                <a:solidFill>
                  <a:srgbClr val="A9C9D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その絵が水槽を泳いでいます。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658368" y="60807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8FB4C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右は実際の画面です。泳いでいるのは、すべて塗り絵から作った絵です。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1枚でいうと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41732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塗り終わった紙をスキャナに通すだけで、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にその絵が水槽の中を泳ぎ始めます。</a:t>
            </a:r>
            <a:endParaRPr lang="en-US" sz="19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19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自分の絵を探して、指をさして、親を呼ぶ。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658368" y="2788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この瞬間を作るための企画です。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58368" y="347472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塗り絵なので</a:t>
            </a:r>
            <a:pPr indent="0" marL="0">
              <a:buNone/>
            </a:pPr>
            <a:r>
              <a:rPr lang="en-US" sz="15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絵が苦手な子でも参加できます</a:t>
            </a:r>
            <a:pPr indent="0" marL="0">
              <a:buNone/>
            </a:pPr>
            <a:r>
              <a:rPr lang="en-US" sz="15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。塗った紙は持ち帰れます。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58368" y="4023360"/>
            <a:ext cx="6309360" cy="1874520"/>
          </a:xfrm>
          <a:prstGeom prst="roundRect">
            <a:avLst>
              <a:gd name="adj" fmla="val 4878"/>
            </a:avLst>
          </a:prstGeom>
          <a:solidFill>
            <a:srgbClr val="EFF6FA"/>
          </a:solidFill>
          <a:ln w="12700">
            <a:solidFill>
              <a:srgbClr val="CFE2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78408" y="4224528"/>
            <a:ext cx="5715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会場にお借りするのは「場所」だけです。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机・椅子・モニター・機材・画材まで、すべてこちらで持ち込みます。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78408" y="5193792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9" name="Text 7"/>
          <p:cNvSpPr/>
          <p:nvPr/>
        </p:nvSpPr>
        <p:spPr>
          <a:xfrm>
            <a:off x="123444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インターネット不要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813048" y="5193792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1" name="Text 9"/>
          <p:cNvSpPr/>
          <p:nvPr/>
        </p:nvSpPr>
        <p:spPr>
          <a:xfrm>
            <a:off x="4069080" y="51206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音は出ません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78408" y="5596128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個人情報なし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813048" y="5596128"/>
            <a:ext cx="146304" cy="146304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5" name="Text 13"/>
          <p:cNvSpPr/>
          <p:nvPr/>
        </p:nvSpPr>
        <p:spPr>
          <a:xfrm>
            <a:off x="4069080" y="552297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pic>
        <p:nvPicPr>
          <p:cNvPr id="16" name="Image 0" descr="/home/user/PaintingsAquarium/docs/images/画面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417320"/>
            <a:ext cx="4160520" cy="234086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17" name="Text 14"/>
          <p:cNvSpPr/>
          <p:nvPr/>
        </p:nvSpPr>
        <p:spPr>
          <a:xfrm>
            <a:off x="7360920" y="382219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実際の画面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60920" y="42793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8778240" y="427939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塗り終わってから泳ぎ出すまで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7360920" y="484632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50匹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778240" y="4846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同時に泳ぐ数の上限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60920" y="54132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6種類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778240" y="54132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選べる台紙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来場者の体験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会場で実際に起きること</a:t>
            </a:r>
            <a:endParaRPr lang="en-US" sz="1400" dirty="0"/>
          </a:p>
        </p:txBody>
      </p:sp>
      <p:pic>
        <p:nvPicPr>
          <p:cNvPr id="4" name="Image 0" descr="/home/user/PaintingsAquarium/docs/images/画面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72768"/>
            <a:ext cx="6035040" cy="3392424"/>
          </a:xfrm>
          <a:prstGeom prst="rect">
            <a:avLst/>
          </a:prstGeom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58368" y="512064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大きなモニターの中に青い海が広がり、子どもたちが塗った絵が泳いでいます。1匹ずつ、みんな違う色です。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223760" y="1572768"/>
            <a:ext cx="431596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子どもは机で台紙を塗り、塗り終わったらスタッフに渡します。スタッフが紙をスキャナに通すと、</a:t>
            </a:r>
            <a:pPr indent="0" marL="0">
              <a:lnSpc>
                <a:spcPts val="2700"/>
              </a:lnSpc>
              <a:buNone/>
            </a:pPr>
            <a:r>
              <a:rPr lang="en-US" sz="15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約3秒後</a:t>
            </a:r>
            <a:pPr indent="0" marL="0">
              <a:lnSpc>
                <a:spcPts val="2700"/>
              </a:lnSpc>
              <a:buNone/>
            </a:pPr>
            <a:r>
              <a:rPr lang="en-US" sz="15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、いま塗ったばかりの絵が画面の奥からふわっと現れて、泳ぎ始めます。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223760" y="3310128"/>
            <a:ext cx="4315968" cy="1600200"/>
          </a:xfrm>
          <a:prstGeom prst="roundRect">
            <a:avLst>
              <a:gd name="adj" fmla="val 5714"/>
            </a:avLst>
          </a:prstGeom>
          <a:solidFill>
            <a:srgbClr val="FDF3E5"/>
          </a:solidFill>
          <a:ln w="12700">
            <a:solidFill>
              <a:srgbClr val="F0DCC0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498080" y="35661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08A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「あっ、わたしの！」</a:t>
            </a:r>
            <a:endParaRPr lang="en-US" sz="2300" dirty="0"/>
          </a:p>
        </p:txBody>
      </p:sp>
      <p:sp>
        <p:nvSpPr>
          <p:cNvPr id="9" name="Text 6"/>
          <p:cNvSpPr/>
          <p:nvPr/>
        </p:nvSpPr>
        <p:spPr>
          <a:xfrm>
            <a:off x="7498080" y="4096512"/>
            <a:ext cx="37673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子どもは画面に駆け寄って自分の絵を指さし、親を呼びます。親はスマホを構えます。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223760" y="5120640"/>
            <a:ext cx="4315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この10秒のために全部を作っています。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流れ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 5〜10分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627632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819656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819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527048" y="1627632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6種類の台紙から1枚選ぶ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13248" y="1627632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01968" y="1627632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「選ぶ」という行為で、自分のものになる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58368" y="2560320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2752344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523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527048" y="2560320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好きな色で塗る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13248" y="2560320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3〜7分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601968" y="2560320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塗るだけなので失敗しない。絵が苦手でも参加できる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3493008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685032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685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27048" y="3493008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スタッフに渡す → スキャン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13248" y="3493008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20秒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01968" y="3493008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待たせない。機械の操作は見せない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4425696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E8F3F9"/>
          </a:solidFill>
          <a:ln w="12700">
            <a:solidFill>
              <a:srgbClr val="B6D9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617720"/>
            <a:ext cx="402336" cy="402336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527048" y="4425696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画面に自分の絵が現れる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13248" y="442569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1〜3分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4425696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「自分がやったことが、大きな画面を変えた」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58368" y="5358384"/>
            <a:ext cx="10874959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8E3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4400" y="5550408"/>
            <a:ext cx="402336" cy="402336"/>
          </a:xfrm>
          <a:prstGeom prst="ellipse">
            <a:avLst/>
          </a:prstGeom>
          <a:solidFill>
            <a:srgbClr val="DCE8EF"/>
          </a:solidFill>
          <a:ln/>
        </p:spPr>
      </p:sp>
      <p:sp>
        <p:nvSpPr>
          <p:cNvPr id="30" name="Text 28"/>
          <p:cNvSpPr/>
          <p:nvPr/>
        </p:nvSpPr>
        <p:spPr>
          <a:xfrm>
            <a:off x="914400" y="55504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527048" y="5358384"/>
            <a:ext cx="3840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塗った紙を持ち帰る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413248" y="5358384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—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5358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家でもう一度話題になる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なぜこの形にしているか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87552" y="1901952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5" name="Text 3"/>
          <p:cNvSpPr/>
          <p:nvPr/>
        </p:nvSpPr>
        <p:spPr>
          <a:xfrm>
            <a:off x="1316736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塗り絵にした理由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87552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白紙に「魚を描いて」と言うと、描ける子と描けない子が分かれます。台紙なら全員が同じスタートラインに立てて、しかも必ず魚に見えるまま泳ぎます。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99632" y="1572768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28816" y="1901952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0" y="1810512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3秒にこだわる理由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528816" y="2304288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「あとで映ります」では、自分がやったこととの因果が切れます。その場で泳ぎ出すから、驚きと達成感になります。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87552" y="4114800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絵を直さない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987552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はみ出した色も塗り残しも、そのまま泳ぎます。きれいに直すと「自分の絵」ではなくなります。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99632" y="3785616"/>
            <a:ext cx="5266944" cy="1975104"/>
          </a:xfrm>
          <a:prstGeom prst="roundRect">
            <a:avLst>
              <a:gd name="adj" fmla="val 4630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28816" y="4114800"/>
            <a:ext cx="182880" cy="182880"/>
          </a:xfrm>
          <a:prstGeom prst="ellipse">
            <a:avLst/>
          </a:prstGeom>
          <a:solidFill>
            <a:srgbClr val="0B6FA4"/>
          </a:solidFill>
          <a:ln/>
        </p:spPr>
      </p:sp>
      <p:sp>
        <p:nvSpPr>
          <p:cNvPr id="17" name="Text 15"/>
          <p:cNvSpPr/>
          <p:nvPr/>
        </p:nvSpPr>
        <p:spPr>
          <a:xfrm>
            <a:off x="6858000" y="4023360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同時に泳ぐのは50匹まで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528816" y="4517136"/>
            <a:ext cx="46085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増え続けると自分の絵を見失います。古い絵は消えるのではなく、画面の外へ泳いで去ります。絵どうしも避け合います。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6種類、泳ぎ方が違います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060704"/>
            <a:ext cx="108749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同じ海に6種類がいて、動きで見分けられます。自分が塗ったのがどれか、すぐ分かります。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8368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112264"/>
            <a:ext cx="237744" cy="23774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/>
          <p:nvPr/>
        </p:nvSpPr>
        <p:spPr>
          <a:xfrm>
            <a:off x="1316736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9264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尾びれを振りながら進み、画面の端で向きを変えて戻ってきます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52544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63440" y="2112264"/>
            <a:ext cx="237744" cy="237744"/>
          </a:xfrm>
          <a:prstGeom prst="ellipse">
            <a:avLst/>
          </a:prstGeom>
          <a:solidFill>
            <a:srgbClr val="3AA9E0"/>
          </a:solidFill>
          <a:ln/>
        </p:spPr>
      </p:sp>
      <p:sp>
        <p:nvSpPr>
          <p:cNvPr id="10" name="Text 8"/>
          <p:cNvSpPr/>
          <p:nvPr/>
        </p:nvSpPr>
        <p:spPr>
          <a:xfrm>
            <a:off x="5010912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イルカ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663440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すいすい泳ぎ、ときどき水面へ大きく跳ねます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46720" y="1783080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357616" y="2112264"/>
            <a:ext cx="237744" cy="237744"/>
          </a:xfrm>
          <a:prstGeom prst="ellipse">
            <a:avLst/>
          </a:prstGeom>
          <a:solidFill>
            <a:srgbClr val="5F7480"/>
          </a:solidFill>
          <a:ln/>
        </p:spPr>
      </p:sp>
      <p:sp>
        <p:nvSpPr>
          <p:cNvPr id="14" name="Text 12"/>
          <p:cNvSpPr/>
          <p:nvPr/>
        </p:nvSpPr>
        <p:spPr>
          <a:xfrm>
            <a:off x="8705088" y="203911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サメ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8357616" y="2532888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魚を見つけると急に速くなって追いかけます（追いつきません）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9264" y="3995928"/>
            <a:ext cx="237744" cy="237744"/>
          </a:xfrm>
          <a:prstGeom prst="ellipse">
            <a:avLst/>
          </a:prstGeom>
          <a:solidFill>
            <a:srgbClr val="F2A03D"/>
          </a:solidFill>
          <a:ln/>
        </p:spPr>
      </p:sp>
      <p:sp>
        <p:nvSpPr>
          <p:cNvPr id="18" name="Text 16"/>
          <p:cNvSpPr/>
          <p:nvPr/>
        </p:nvSpPr>
        <p:spPr>
          <a:xfrm>
            <a:off x="1316736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タコ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9264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足を波打たせながら、ゆっくり上下に漂います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352544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3995928"/>
            <a:ext cx="237744" cy="237744"/>
          </a:xfrm>
          <a:prstGeom prst="ellipse">
            <a:avLst/>
          </a:prstGeom>
          <a:solidFill>
            <a:srgbClr val="9B7BD1"/>
          </a:solidFill>
          <a:ln/>
        </p:spPr>
      </p:sp>
      <p:sp>
        <p:nvSpPr>
          <p:cNvPr id="22" name="Text 20"/>
          <p:cNvSpPr/>
          <p:nvPr/>
        </p:nvSpPr>
        <p:spPr>
          <a:xfrm>
            <a:off x="5010912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クラゲ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4663440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ほとんど進まず、その場でふわふわしています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046720" y="3666744"/>
            <a:ext cx="3419856" cy="1645920"/>
          </a:xfrm>
          <a:prstGeom prst="roundRect">
            <a:avLst>
              <a:gd name="adj" fmla="val 5556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357616" y="3995928"/>
            <a:ext cx="237744" cy="237744"/>
          </a:xfrm>
          <a:prstGeom prst="ellipse">
            <a:avLst/>
          </a:prstGeom>
          <a:solidFill>
            <a:srgbClr val="2E9E7B"/>
          </a:solidFill>
          <a:ln/>
        </p:spPr>
      </p:sp>
      <p:sp>
        <p:nvSpPr>
          <p:cNvPr id="26" name="Text 24"/>
          <p:cNvSpPr/>
          <p:nvPr/>
        </p:nvSpPr>
        <p:spPr>
          <a:xfrm>
            <a:off x="8705088" y="39227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ウミガメ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8357616" y="4416552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前足と後ろ足を漕ぎながら、S字を描いて進みます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58368" y="5669280"/>
            <a:ext cx="108749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サメが魚に追いつかないのは意図的です。「食べられた」に見えると、その絵を描いた子が悲しむからです。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年齢による楽しみ方と、混雑したとき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9264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未就学児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9264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塗ること自体が楽しい。画面では色で自分の絵を探します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352544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663440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小学生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663440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色の塗り分けや模様で工夫する。動きの違いに気づいて見比べます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046720" y="1572768"/>
            <a:ext cx="3419856" cy="1572768"/>
          </a:xfrm>
          <a:prstGeom prst="roundRect">
            <a:avLst>
              <a:gd name="adj" fmla="val 5814"/>
            </a:avLst>
          </a:prstGeom>
          <a:solidFill>
            <a:srgbClr val="EFF6FA"/>
          </a:solidFill>
          <a:ln w="12700">
            <a:solidFill>
              <a:srgbClr val="D8E3EA"/>
            </a:solidFill>
            <a:prstDash val="solid"/>
          </a:ln>
          <a:effectLst>
            <a:outerShdw sx="100000" sy="100000" kx="0" ky="0" algn="bl" rotWithShape="0" blurRad="127000" dist="25400" dir="5400000">
              <a:srgbClr val="0B3B52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357616" y="1792224"/>
            <a:ext cx="2798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6FA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保護者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357616" y="2249424"/>
            <a:ext cx="279806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撮影する。子どもが自分の絵を見つける瞬間を記録できます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58368" y="36118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混雑したとき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94944" y="4334256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14" name="Text 12"/>
          <p:cNvSpPr/>
          <p:nvPr/>
        </p:nvSpPr>
        <p:spPr>
          <a:xfrm>
            <a:off x="1042416" y="4206240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塗る席は6席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767328" y="4206240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1時間あたり 30〜50人が目安です（塗り時間5分想定）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94944" y="5047488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17" name="Text 15"/>
          <p:cNvSpPr/>
          <p:nvPr/>
        </p:nvSpPr>
        <p:spPr>
          <a:xfrm>
            <a:off x="1042416" y="491947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列はできません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767328" y="4919472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待ち行列はスキャンの20秒だけ。塗っている人が滞留するだけで、機械の前には並びません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" y="5760720"/>
            <a:ext cx="164592" cy="164592"/>
          </a:xfrm>
          <a:prstGeom prst="ellipse">
            <a:avLst/>
          </a:prstGeom>
          <a:solidFill>
            <a:srgbClr val="4FC3E8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63270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持ち帰りもできます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3767328" y="5632704"/>
            <a:ext cx="7680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台紙を持ち帰り、あとから塗って戻ってきてもらうこともできます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ネットワークを使いますか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会場のWi-Fiも有線も不要です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32304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音は出ますか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432304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出しません。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静かな展示です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3236976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291840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個人情報を集めますか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291840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集めません。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名前も写真も年齢もいただきません。残すのは絵の画像だけです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4096512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4151376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絵は誰かに公開されますか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151376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しません。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その場のモニターに映るだけで、外部には一切送りません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01091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机や椅子はお借りできますか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5010912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5815584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587044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モニターの用意は必要ですか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90288" y="587044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不要です。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こちらで持ち込みます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8368" y="667512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ご心配への回答（つづき）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58368" y="1572768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汚れませんか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90288" y="1572768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汚れにくいです。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クレヨンと色鉛筆だけで、絵の具や液体は使いません。机はこちらの持ち込みで、養生シートを敷きます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2432304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子どもが機械を触りませんか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90288" y="2432304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機材は机の奥に置き、来場者は触りません。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操作するのはスタッフだけです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3236976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3291840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コード類は危なくないですか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90288" y="3291840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固定します。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床を通る線は養生テープで留めます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4096512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4151376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途中で止まりませんか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0288" y="4151376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万一PCが止まっても、再起動すればそれまでの絵は全部残ります。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塗った紙も手元に残るので、通し直せます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956048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501091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片付けは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90288" y="5010912"/>
            <a:ext cx="6903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5242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持ち込んだものを全部引き上げ、ゴミも持ち帰ります。</a:t>
            </a:r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E7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跡は残りません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8368" y="5815584"/>
            <a:ext cx="10874959" cy="0"/>
          </a:xfrm>
          <a:prstGeom prst="line">
            <a:avLst/>
          </a:prstGeom>
          <a:noFill/>
          <a:ln w="12700">
            <a:solidFill>
              <a:srgbClr val="D8E3EA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108749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この企画のねらい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58368" y="2148840"/>
            <a:ext cx="5266944" cy="1481328"/>
          </a:xfrm>
          <a:prstGeom prst="roundRect">
            <a:avLst>
              <a:gd name="adj" fmla="val 6173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87552" y="236829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待たせない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87552" y="2825496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塗り終えてから泳ぎ出すまで約3秒。「描いて終わり」にしません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2148840"/>
            <a:ext cx="5266944" cy="1481328"/>
          </a:xfrm>
          <a:prstGeom prst="roundRect">
            <a:avLst>
              <a:gd name="adj" fmla="val 6173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28816" y="236829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見つけられる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28816" y="2825496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同時に泳ぐのは最新の50匹まで。増えすぎて自分の絵を見失わないようにしています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3886200"/>
            <a:ext cx="5266944" cy="1481328"/>
          </a:xfrm>
          <a:prstGeom prst="roundRect">
            <a:avLst>
              <a:gd name="adj" fmla="val 6173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410565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持ち帰れる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7552" y="4562856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紙は本人のものです。画面の中と手元の両方に残ります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99632" y="3886200"/>
            <a:ext cx="5266944" cy="1481328"/>
          </a:xfrm>
          <a:prstGeom prst="roundRect">
            <a:avLst>
              <a:gd name="adj" fmla="val 6173"/>
            </a:avLst>
          </a:prstGeom>
          <a:solidFill>
            <a:srgbClr val="0E3C56"/>
          </a:solidFill>
          <a:ln w="12700">
            <a:solidFill>
              <a:srgbClr val="1B58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28816" y="4105656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FC3E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繰り返せる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528816" y="4562856"/>
            <a:ext cx="4608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3DCE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1人が2枚描いても仕組みは変わりません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58368" y="5989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9B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お絵かき水族館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お絵かき水族館 企画書</dc:title>
  <dc:subject>PptxGenJS Presentation</dc:subject>
  <dc:creator>お絵かき水族館</dc:creator>
  <cp:lastModifiedBy>お絵かき水族館</cp:lastModifiedBy>
  <cp:revision>1</cp:revision>
  <dcterms:created xsi:type="dcterms:W3CDTF">2026-08-20T12:03:25Z</dcterms:created>
  <dcterms:modified xsi:type="dcterms:W3CDTF">2026-08-20T12:03:25Z</dcterms:modified>
</cp:coreProperties>
</file>